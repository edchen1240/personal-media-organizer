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640" r:id="rId2"/>
    <p:sldId id="2147483075" r:id="rId3"/>
    <p:sldId id="2147483076" r:id="rId4"/>
    <p:sldId id="641" r:id="rId5"/>
    <p:sldId id="634" r:id="rId6"/>
    <p:sldId id="649" r:id="rId7"/>
    <p:sldId id="2147483077" r:id="rId8"/>
    <p:sldId id="2147483078" r:id="rId9"/>
    <p:sldId id="642" r:id="rId10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CF0"/>
    <a:srgbClr val="D2D2D2"/>
    <a:srgbClr val="BEBEBE"/>
    <a:srgbClr val="FFBCBC"/>
    <a:srgbClr val="F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03D3F-735C-4E8E-B0C0-07589F411D3D}" type="datetimeFigureOut">
              <a:rPr lang="en-US" smtClean="0"/>
              <a:t>2026-07-14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6D95D-C1F5-43F5-9733-5B4EDF552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97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7C10-6E72-B9D8-D6BE-B2C3C414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119CF-66FF-A83A-C31C-062B89B02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1DC71-B1CF-3561-470F-80003DB61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AD7F9-300C-51C4-350D-3DC6F3012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30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B55D-F16C-83C5-506C-73793C83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F8ED9-B612-7982-9754-A020E0E60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2C8BA-0406-8459-AD37-7514BB73A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8A225-2510-70C7-1CFC-3DF5DD7A9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56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A8EE-F28F-5D94-7F6B-09322677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50B1E-BCF5-08FC-3028-97A80B6B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0B08F-C617-DC51-9D67-A9A5EF682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53EF3-0E8A-2802-E1A6-0A4D60A2E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CFF5-6521-4DD4-A5E7-C7A73BF4836C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C52BA-4026-47BD-9CAC-33D6C5C5DAE7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0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2312-D48B-4312-B9C4-7CCF65197185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8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32D31-2DF2-40AF-B2BB-02319BE4B1F0}" type="datetime1">
              <a:rPr lang="en-US" smtClean="0"/>
              <a:t>2026-07-14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E4B5-3F2A-4C67-8FBE-095072084B73}" type="datetime1">
              <a:rPr lang="en-US" smtClean="0"/>
              <a:t>2026-07-14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6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E2599-F3F5-4209-824F-36CE088F7177}" type="datetime1">
              <a:rPr lang="en-US" smtClean="0"/>
              <a:t>2026-07-14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07B9-CED2-40ED-9AC0-74323A644DFB}" type="datetime1">
              <a:rPr lang="en-US" smtClean="0"/>
              <a:t>2026-07-14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4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DCF4-E908-4A75-ABC8-10444304E3A8}" type="datetime1">
              <a:rPr lang="en-US" smtClean="0"/>
              <a:t>2026-07-14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0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D2DD-8435-4A4D-B100-E7EA6F4E000D}" type="datetime1">
              <a:rPr lang="en-US" smtClean="0"/>
              <a:t>2026-07-14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3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AF31-156A-455D-AB67-598B36C398BC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3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FB12-F5DA-4AFE-B0A3-9D17A26EE52B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2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F9287-068E-49FE-91DA-CE02D86EF36B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64521-CD75-4208-9D74-24EC344ED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lormagic.app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200000" cy="2700000"/>
          </a:xfrm>
        </p:spPr>
        <p:txBody>
          <a:bodyPr>
            <a:normAutofit/>
          </a:bodyPr>
          <a:lstStyle/>
          <a:p>
            <a:r>
              <a:rPr lang="en-US" altLang="zh-TW" sz="6000" dirty="0"/>
              <a:t>Cover Slide </a:t>
            </a:r>
            <a:br>
              <a:rPr lang="en-US" altLang="zh-TW" sz="6000" dirty="0"/>
            </a:br>
            <a:r>
              <a:rPr lang="en-US" sz="4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(H=</a:t>
            </a:r>
            <a:r>
              <a:rPr lang="en-US" altLang="zh-TW" sz="4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7.5</a:t>
            </a:r>
            <a:r>
              <a:rPr lang="en-US" sz="4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W=20, x=2, y=4.5)</a:t>
            </a:r>
            <a:endParaRPr lang="en-US" sz="6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4320000"/>
            <a:ext cx="9000000" cy="1440000"/>
          </a:xfrm>
          <a:noFill/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Subtitle</a:t>
            </a:r>
            <a:br>
              <a:rPr lang="en-US" sz="2400" dirty="0"/>
            </a:br>
            <a:r>
              <a:rPr lang="pl-PL" sz="2400" dirty="0"/>
              <a:t>(H=</a:t>
            </a:r>
            <a:r>
              <a:rPr lang="en-US" sz="2400" dirty="0"/>
              <a:t>4</a:t>
            </a:r>
            <a:r>
              <a:rPr lang="pl-PL" sz="2400" dirty="0"/>
              <a:t> W=2</a:t>
            </a:r>
            <a:r>
              <a:rPr lang="en-US" sz="2400" dirty="0"/>
              <a:t>5</a:t>
            </a:r>
            <a:r>
              <a:rPr lang="pl-PL" sz="2400" dirty="0"/>
              <a:t>, x=2, y=</a:t>
            </a:r>
            <a:r>
              <a:rPr lang="en-US" sz="2400" dirty="0"/>
              <a:t>12</a:t>
            </a:r>
            <a:r>
              <a:rPr lang="pl-PL" sz="2400" dirty="0"/>
              <a:t>)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A324-5817-4FBD-8BE2-220876865438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 Notes | 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76A-F816-47DA-8BDF-17404A05685A}" type="slidenum">
              <a:rPr lang="en-US" smtClean="0"/>
              <a:t>1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15C78D-F6E0-A1DE-9F83-37EA84115AB5}"/>
              </a:ext>
            </a:extLst>
          </p:cNvPr>
          <p:cNvGrpSpPr/>
          <p:nvPr/>
        </p:nvGrpSpPr>
        <p:grpSpPr>
          <a:xfrm>
            <a:off x="-11218608" y="-10750685"/>
            <a:ext cx="33957704" cy="27981543"/>
            <a:chOff x="-13396800" y="-11377500"/>
            <a:chExt cx="35937600" cy="29613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848AF4C-D50E-9678-0CF4-0816C9E94F4C}"/>
                </a:ext>
              </a:extLst>
            </p:cNvPr>
            <p:cNvSpPr/>
            <p:nvPr/>
          </p:nvSpPr>
          <p:spPr>
            <a:xfrm>
              <a:off x="-13396800" y="-11377500"/>
              <a:ext cx="1800000" cy="1800000"/>
            </a:xfrm>
            <a:prstGeom prst="ellipse">
              <a:avLst/>
            </a:prstGeom>
            <a:solidFill>
              <a:srgbClr val="F5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F8EF63-2D88-8088-F3E5-08F8E4B52F7C}"/>
                </a:ext>
              </a:extLst>
            </p:cNvPr>
            <p:cNvSpPr/>
            <p:nvPr/>
          </p:nvSpPr>
          <p:spPr>
            <a:xfrm>
              <a:off x="20740800" y="-11377500"/>
              <a:ext cx="1800000" cy="1800000"/>
            </a:xfrm>
            <a:prstGeom prst="ellipse">
              <a:avLst/>
            </a:prstGeom>
            <a:solidFill>
              <a:srgbClr val="EBEC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C2712A-C639-6A51-4F57-20F69F3A0AF3}"/>
                </a:ext>
              </a:extLst>
            </p:cNvPr>
            <p:cNvSpPr/>
            <p:nvPr/>
          </p:nvSpPr>
          <p:spPr>
            <a:xfrm>
              <a:off x="-13396800" y="16435500"/>
              <a:ext cx="1800000" cy="1800000"/>
            </a:xfrm>
            <a:prstGeom prst="ellipse">
              <a:avLst/>
            </a:prstGeom>
            <a:solidFill>
              <a:srgbClr val="BEB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D423BD4-F3F2-C834-673E-03344957E479}"/>
                </a:ext>
              </a:extLst>
            </p:cNvPr>
            <p:cNvSpPr/>
            <p:nvPr/>
          </p:nvSpPr>
          <p:spPr>
            <a:xfrm>
              <a:off x="20740800" y="16435500"/>
              <a:ext cx="1800000" cy="1800000"/>
            </a:xfrm>
            <a:prstGeom prst="ellipse">
              <a:avLst/>
            </a:prstGeom>
            <a:solidFill>
              <a:srgbClr val="D2D2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7AF37217-D3D8-D794-4146-A65234304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02" y="-3726723"/>
            <a:ext cx="6639852" cy="334374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53695B2-EBA0-95B8-D426-B7218FD07496}"/>
              </a:ext>
            </a:extLst>
          </p:cNvPr>
          <p:cNvSpPr/>
          <p:nvPr/>
        </p:nvSpPr>
        <p:spPr>
          <a:xfrm>
            <a:off x="9864805" y="0"/>
            <a:ext cx="1700833" cy="6480175"/>
          </a:xfrm>
          <a:prstGeom prst="rect">
            <a:avLst/>
          </a:prstGeom>
          <a:solidFill>
            <a:srgbClr val="F1B2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B38F3D7-F118-AEFB-FBDE-E5277605ECBE}"/>
              </a:ext>
            </a:extLst>
          </p:cNvPr>
          <p:cNvSpPr/>
          <p:nvPr/>
        </p:nvSpPr>
        <p:spPr>
          <a:xfrm>
            <a:off x="10204972" y="343039"/>
            <a:ext cx="1020500" cy="1020500"/>
          </a:xfrm>
          <a:prstGeom prst="ellipse">
            <a:avLst/>
          </a:prstGeom>
          <a:solidFill>
            <a:srgbClr val="F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149732-6E10-ED9A-586C-DDD1CA071E74}"/>
              </a:ext>
            </a:extLst>
          </p:cNvPr>
          <p:cNvSpPr/>
          <p:nvPr/>
        </p:nvSpPr>
        <p:spPr>
          <a:xfrm>
            <a:off x="10204972" y="1864080"/>
            <a:ext cx="1020500" cy="1020500"/>
          </a:xfrm>
          <a:prstGeom prst="ellipse">
            <a:avLst/>
          </a:prstGeom>
          <a:solidFill>
            <a:srgbClr val="EB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AA9B9A-4B60-FF58-F4C1-582AE445807C}"/>
              </a:ext>
            </a:extLst>
          </p:cNvPr>
          <p:cNvSpPr/>
          <p:nvPr/>
        </p:nvSpPr>
        <p:spPr>
          <a:xfrm>
            <a:off x="10204972" y="3385121"/>
            <a:ext cx="1020500" cy="1020500"/>
          </a:xfrm>
          <a:prstGeom prst="ellipse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3F27F2-5E43-B27F-E324-B7394FB848C8}"/>
              </a:ext>
            </a:extLst>
          </p:cNvPr>
          <p:cNvSpPr/>
          <p:nvPr/>
        </p:nvSpPr>
        <p:spPr>
          <a:xfrm>
            <a:off x="10204972" y="4906163"/>
            <a:ext cx="1020500" cy="1020500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</p:spTree>
    <p:extLst>
      <p:ext uri="{BB962C8B-B14F-4D97-AF65-F5344CB8AC3E}">
        <p14:creationId xmlns:p14="http://schemas.microsoft.com/office/powerpoint/2010/main" val="35468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DBDF-A752-2908-E424-2EDEFF01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6D09-3CB9-AD46-736C-57CBAA67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0"/>
            <a:ext cx="10080000" cy="2880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6244C-0773-6409-A0A2-C926DE36F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320000"/>
            <a:ext cx="10080000" cy="1440000"/>
          </a:xfrm>
          <a:solidFill>
            <a:srgbClr val="136FB3">
              <a:alpha val="10000"/>
            </a:srgbClr>
          </a:solidFill>
        </p:spPr>
        <p:txBody>
          <a:bodyPr/>
          <a:lstStyle/>
          <a:p>
            <a:pPr marL="324006" indent="-324006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Section subtitle.</a:t>
            </a:r>
          </a:p>
          <a:p>
            <a:pPr marL="324006" indent="-324006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0B7AAE7-5135-7871-2532-8959B786CCA3}"/>
              </a:ext>
            </a:extLst>
          </p:cNvPr>
          <p:cNvSpPr txBox="1">
            <a:spLocks/>
          </p:cNvSpPr>
          <p:nvPr/>
        </p:nvSpPr>
        <p:spPr>
          <a:xfrm>
            <a:off x="720244" y="360000"/>
            <a:ext cx="10080000" cy="360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C5D85"/>
              </a:gs>
            </a:gsLst>
            <a:lin ang="10800000" scaled="1"/>
            <a:tileRect/>
          </a:gra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12" dirty="0"/>
              <a:t>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CAAE6-0E60-D58D-42DE-E51CB37DF05D}"/>
              </a:ext>
            </a:extLst>
          </p:cNvPr>
          <p:cNvSpPr txBox="1"/>
          <p:nvPr/>
        </p:nvSpPr>
        <p:spPr>
          <a:xfrm>
            <a:off x="720000" y="-1080000"/>
            <a:ext cx="4941750" cy="834267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Header: Dimension=[1, 28], Position=[2, 1].</a:t>
            </a:r>
          </a:p>
          <a:p>
            <a:r>
              <a:rPr lang="en-US" sz="1607" dirty="0"/>
              <a:t>Title: Dimension=[8, 28], Position=[2, 4].</a:t>
            </a:r>
          </a:p>
          <a:p>
            <a:r>
              <a:rPr lang="en-US" sz="1607" dirty="0"/>
              <a:t>Subtitle: Dimension=[4, 28], Position=[2, 12].</a:t>
            </a:r>
          </a:p>
        </p:txBody>
      </p:sp>
    </p:spTree>
    <p:extLst>
      <p:ext uri="{BB962C8B-B14F-4D97-AF65-F5344CB8AC3E}">
        <p14:creationId xmlns:p14="http://schemas.microsoft.com/office/powerpoint/2010/main" val="326082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ABD0-2992-593E-6B08-FA3BDD96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580C56D-CBAA-95D7-9348-00BC0A62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440000"/>
            <a:ext cx="10080000" cy="2880000"/>
          </a:xfrm>
        </p:spPr>
        <p:txBody>
          <a:bodyPr>
            <a:normAutofit/>
          </a:bodyPr>
          <a:lstStyle/>
          <a:p>
            <a:pPr algn="r"/>
            <a:r>
              <a:rPr lang="en-US" sz="6000" dirty="0"/>
              <a:t>Section Title</a:t>
            </a:r>
            <a:endParaRPr lang="en-US" sz="6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0778B-E235-E23E-165A-64E912773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5400000"/>
            <a:ext cx="10080000" cy="360000"/>
          </a:xfrm>
          <a:gradFill flip="none" rotWithShape="1">
            <a:gsLst>
              <a:gs pos="0">
                <a:schemeClr val="bg1"/>
              </a:gs>
              <a:gs pos="100000">
                <a:srgbClr val="0C5D8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512" dirty="0"/>
              <a:t>End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A69CE-6500-0B6B-055A-D4E8AD5D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0F24-AF66-4DEC-9323-1492EAE34426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72787-9E6C-003F-43D3-05E02B75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edchen1240@gmail.com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91DE-9240-A594-0080-809B6BB4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5E2E3-DD62-4403-AE4F-676719D49F8C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CC53A-6452-23CE-FF5E-7A69616AF499}"/>
              </a:ext>
            </a:extLst>
          </p:cNvPr>
          <p:cNvSpPr txBox="1"/>
          <p:nvPr/>
        </p:nvSpPr>
        <p:spPr>
          <a:xfrm>
            <a:off x="720000" y="-1080000"/>
            <a:ext cx="494175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Title: Dimension=[8, 28], Position=[2, 4].</a:t>
            </a:r>
          </a:p>
          <a:p>
            <a:r>
              <a:rPr lang="en-US" sz="1607" dirty="0"/>
              <a:t>Footer: Dimension=[1, 28], Position=[2, 15].</a:t>
            </a:r>
          </a:p>
        </p:txBody>
      </p:sp>
    </p:spTree>
    <p:extLst>
      <p:ext uri="{BB962C8B-B14F-4D97-AF65-F5344CB8AC3E}">
        <p14:creationId xmlns:p14="http://schemas.microsoft.com/office/powerpoint/2010/main" val="1562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4AEA-A46A-BE0B-4354-CAD2136C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20000"/>
            <a:ext cx="10080000" cy="270000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Section Slide </a:t>
            </a:r>
            <a:br>
              <a:rPr lang="en-US" dirty="0"/>
            </a:br>
            <a:r>
              <a:rPr lang="en-US" dirty="0"/>
              <a:t>(H=7.5 W=28, x=2, y=4.5)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E2657-53F5-E357-3C53-1B8453887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320000"/>
            <a:ext cx="10080000" cy="1440000"/>
          </a:xfrm>
          <a:solidFill>
            <a:srgbClr val="EBECF0"/>
          </a:solidFill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Subtitle</a:t>
            </a:r>
            <a:br>
              <a:rPr lang="en-US" sz="2400" dirty="0"/>
            </a:br>
            <a:r>
              <a:rPr lang="pl-PL" sz="2400" dirty="0"/>
              <a:t>(H=</a:t>
            </a:r>
            <a:r>
              <a:rPr lang="en-US" sz="2400" dirty="0"/>
              <a:t>4</a:t>
            </a:r>
            <a:r>
              <a:rPr lang="pl-PL" sz="2400" dirty="0"/>
              <a:t> W=2</a:t>
            </a:r>
            <a:r>
              <a:rPr lang="en-US" sz="2400" dirty="0"/>
              <a:t>8</a:t>
            </a:r>
            <a:r>
              <a:rPr lang="pl-PL" sz="2400" dirty="0"/>
              <a:t>, x=2, y=</a:t>
            </a:r>
            <a:r>
              <a:rPr lang="en-US" sz="2400" dirty="0"/>
              <a:t>12</a:t>
            </a:r>
            <a:r>
              <a:rPr lang="pl-PL" sz="2400" dirty="0"/>
              <a:t>)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23DEE-DA96-4197-5070-F741CC78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2312-D48B-4312-B9C4-7CCF65197185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6C0A1-2844-CC5E-820A-0B8FE40D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96847-0238-7448-65FD-45C6F16A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4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61CC21-BD75-FCF1-7CFF-AB47F50B6207}"/>
              </a:ext>
            </a:extLst>
          </p:cNvPr>
          <p:cNvGrpSpPr/>
          <p:nvPr/>
        </p:nvGrpSpPr>
        <p:grpSpPr>
          <a:xfrm>
            <a:off x="-11218608" y="-10750685"/>
            <a:ext cx="33957704" cy="27981543"/>
            <a:chOff x="-13396800" y="-11377500"/>
            <a:chExt cx="35937600" cy="29613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B7F9310-5662-7497-E26B-438D66FCDC11}"/>
                </a:ext>
              </a:extLst>
            </p:cNvPr>
            <p:cNvSpPr/>
            <p:nvPr/>
          </p:nvSpPr>
          <p:spPr>
            <a:xfrm>
              <a:off x="-13396800" y="-11377500"/>
              <a:ext cx="1800000" cy="1800000"/>
            </a:xfrm>
            <a:prstGeom prst="ellipse">
              <a:avLst/>
            </a:prstGeom>
            <a:solidFill>
              <a:srgbClr val="F5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B613074-BA29-0FCA-35D4-FD9C01EA6AD7}"/>
                </a:ext>
              </a:extLst>
            </p:cNvPr>
            <p:cNvSpPr/>
            <p:nvPr/>
          </p:nvSpPr>
          <p:spPr>
            <a:xfrm>
              <a:off x="20740800" y="-11377500"/>
              <a:ext cx="1800000" cy="1800000"/>
            </a:xfrm>
            <a:prstGeom prst="ellipse">
              <a:avLst/>
            </a:prstGeom>
            <a:solidFill>
              <a:srgbClr val="EBEC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BB613F4-9300-E5C9-F702-1D0B7D0D4808}"/>
                </a:ext>
              </a:extLst>
            </p:cNvPr>
            <p:cNvSpPr/>
            <p:nvPr/>
          </p:nvSpPr>
          <p:spPr>
            <a:xfrm>
              <a:off x="-13396800" y="16435500"/>
              <a:ext cx="1800000" cy="1800000"/>
            </a:xfrm>
            <a:prstGeom prst="ellipse">
              <a:avLst/>
            </a:prstGeom>
            <a:solidFill>
              <a:srgbClr val="BEB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78E7DD8-EAC9-7234-105D-71D0A3DF0A47}"/>
                </a:ext>
              </a:extLst>
            </p:cNvPr>
            <p:cNvSpPr/>
            <p:nvPr/>
          </p:nvSpPr>
          <p:spPr>
            <a:xfrm>
              <a:off x="20740800" y="16435500"/>
              <a:ext cx="1800000" cy="1800000"/>
            </a:xfrm>
            <a:prstGeom prst="ellipse">
              <a:avLst/>
            </a:prstGeom>
            <a:solidFill>
              <a:srgbClr val="D2D2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E5ED1E2-9212-6F86-8EF6-9B492BD76382}"/>
              </a:ext>
            </a:extLst>
          </p:cNvPr>
          <p:cNvSpPr txBox="1">
            <a:spLocks/>
          </p:cNvSpPr>
          <p:nvPr/>
        </p:nvSpPr>
        <p:spPr>
          <a:xfrm>
            <a:off x="720000" y="288000"/>
            <a:ext cx="10080000" cy="432000"/>
          </a:xfrm>
          <a:prstGeom prst="rect">
            <a:avLst/>
          </a:prstGeom>
          <a:gradFill flip="none" rotWithShape="1">
            <a:gsLst>
              <a:gs pos="0">
                <a:srgbClr val="FFBCBC"/>
              </a:gs>
              <a:gs pos="100000">
                <a:srgbClr val="FFBCBC">
                  <a:alpha val="0"/>
                </a:srgbClr>
              </a:gs>
            </a:gsLst>
            <a:lin ang="0" scaled="0"/>
            <a:tileRect/>
          </a:gra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Start </a:t>
            </a:r>
            <a:r>
              <a:rPr lang="pl-PL" sz="2000" dirty="0">
                <a:solidFill>
                  <a:schemeClr val="bg1"/>
                </a:solidFill>
              </a:rPr>
              <a:t>(H=</a:t>
            </a:r>
            <a:r>
              <a:rPr lang="en-US" sz="2000" dirty="0">
                <a:solidFill>
                  <a:schemeClr val="bg1"/>
                </a:solidFill>
              </a:rPr>
              <a:t>1.2, </a:t>
            </a:r>
            <a:r>
              <a:rPr lang="pl-PL" sz="2000" dirty="0">
                <a:solidFill>
                  <a:schemeClr val="bg1"/>
                </a:solidFill>
              </a:rPr>
              <a:t>W=28, x=2, y=</a:t>
            </a:r>
            <a:r>
              <a:rPr lang="en-US" sz="2000" dirty="0">
                <a:solidFill>
                  <a:schemeClr val="bg1"/>
                </a:solidFill>
              </a:rPr>
              <a:t>0.8</a:t>
            </a:r>
            <a:r>
              <a:rPr lang="pl-PL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26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10800000" cy="1008000"/>
          </a:xfrm>
          <a:solidFill>
            <a:srgbClr val="FFBCBC">
              <a:alpha val="40000"/>
            </a:srgbClr>
          </a:solidFill>
          <a:ln w="38100">
            <a:noFill/>
          </a:ln>
        </p:spPr>
        <p:txBody>
          <a:bodyPr vert="horz" lIns="86402" tIns="43201" rIns="86402" bIns="43201" rtlCol="0" anchor="ctr">
            <a:normAutofit/>
          </a:bodyPr>
          <a:lstStyle/>
          <a:p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32-36, Bold (H=2.8, W=30, x=1, y=0.5) </a:t>
            </a:r>
            <a:br>
              <a:rPr lang="en-US" sz="3496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362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68000"/>
            <a:ext cx="10800000" cy="46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(H=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W=30, x=1, y=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3.8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 (H=13, W=30, x=1, y=3.8)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0C85-A367-4D1F-8904-BA82BC58DD5A}" type="datetime1">
              <a:rPr lang="en-US" smtClean="0"/>
              <a:t>2026-07-14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857BA0-E874-A9AF-014F-08FE1EB2B00D}"/>
              </a:ext>
            </a:extLst>
          </p:cNvPr>
          <p:cNvGraphicFramePr>
            <a:graphicFrameLocks noGrp="1"/>
          </p:cNvGraphicFramePr>
          <p:nvPr/>
        </p:nvGraphicFramePr>
        <p:xfrm>
          <a:off x="9241735" y="4362800"/>
          <a:ext cx="5760155" cy="140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3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197237-EE3E-F5FA-9C93-91CE4B814B7F}"/>
              </a:ext>
            </a:extLst>
          </p:cNvPr>
          <p:cNvSpPr txBox="1"/>
          <p:nvPr/>
        </p:nvSpPr>
        <p:spPr>
          <a:xfrm>
            <a:off x="360000" y="-720000"/>
            <a:ext cx="1872000" cy="57600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Dimension:2.8, 30</a:t>
            </a:r>
          </a:p>
          <a:p>
            <a:r>
              <a:rPr lang="en-US" sz="1607" dirty="0"/>
              <a:t>Position: 1, 0.5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0023A4-B941-C24D-E1D1-2C11A2B9F0B5}"/>
              </a:ext>
            </a:extLst>
          </p:cNvPr>
          <p:cNvGrpSpPr/>
          <p:nvPr/>
        </p:nvGrpSpPr>
        <p:grpSpPr>
          <a:xfrm>
            <a:off x="-11218608" y="-10750685"/>
            <a:ext cx="33957704" cy="27981543"/>
            <a:chOff x="-13396800" y="-11377500"/>
            <a:chExt cx="35937600" cy="29613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AE81F76-7824-DEE3-3F54-22091F5DBA36}"/>
                </a:ext>
              </a:extLst>
            </p:cNvPr>
            <p:cNvSpPr/>
            <p:nvPr/>
          </p:nvSpPr>
          <p:spPr>
            <a:xfrm>
              <a:off x="-13396800" y="-11377500"/>
              <a:ext cx="1800000" cy="1800000"/>
            </a:xfrm>
            <a:prstGeom prst="ellipse">
              <a:avLst/>
            </a:prstGeom>
            <a:solidFill>
              <a:srgbClr val="F5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320CBAC-6FC5-F9B2-F148-A0478283C485}"/>
                </a:ext>
              </a:extLst>
            </p:cNvPr>
            <p:cNvSpPr/>
            <p:nvPr/>
          </p:nvSpPr>
          <p:spPr>
            <a:xfrm>
              <a:off x="20740800" y="-11377500"/>
              <a:ext cx="1800000" cy="1800000"/>
            </a:xfrm>
            <a:prstGeom prst="ellipse">
              <a:avLst/>
            </a:prstGeom>
            <a:solidFill>
              <a:srgbClr val="EBEC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098CC6C-7AC7-3F3B-A84D-9888D67D16DA}"/>
                </a:ext>
              </a:extLst>
            </p:cNvPr>
            <p:cNvSpPr/>
            <p:nvPr/>
          </p:nvSpPr>
          <p:spPr>
            <a:xfrm>
              <a:off x="-13396800" y="16435500"/>
              <a:ext cx="1800000" cy="1800000"/>
            </a:xfrm>
            <a:prstGeom prst="ellipse">
              <a:avLst/>
            </a:prstGeom>
            <a:solidFill>
              <a:srgbClr val="BEB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0462BB-3168-6CFE-40A2-5A4FDEF91D75}"/>
                </a:ext>
              </a:extLst>
            </p:cNvPr>
            <p:cNvSpPr/>
            <p:nvPr/>
          </p:nvSpPr>
          <p:spPr>
            <a:xfrm>
              <a:off x="20740800" y="16435500"/>
              <a:ext cx="1800000" cy="1800000"/>
            </a:xfrm>
            <a:prstGeom prst="ellipse">
              <a:avLst/>
            </a:prstGeom>
            <a:solidFill>
              <a:srgbClr val="D2D2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325815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AC40-CE0B-7B70-A0EA-B14F11F5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5460-1E20-ED32-1F6A-F5E9EAD4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0000"/>
            <a:ext cx="10800000" cy="1008000"/>
          </a:xfrm>
          <a:solidFill>
            <a:srgbClr val="F8D57C">
              <a:alpha val="40000"/>
            </a:srgbClr>
          </a:solidFill>
          <a:ln w="38100">
            <a:noFill/>
          </a:ln>
        </p:spPr>
        <p:txBody>
          <a:bodyPr vert="horz" lIns="86402" tIns="43201" rIns="86402" bIns="43201" rtlCol="0" anchor="ctr">
            <a:normAutofit/>
          </a:bodyPr>
          <a:lstStyle/>
          <a:p>
            <a:r>
              <a:rPr lang="en-US" sz="3600" b="1" dirty="0">
                <a:ea typeface="Calibri Light" panose="020F0302020204030204" pitchFamily="34" charset="0"/>
                <a:cs typeface="Calibri Light" panose="020F0302020204030204" pitchFamily="34" charset="0"/>
              </a:rPr>
              <a:t>Aptos Display (Heading), 32-36, Bold</a:t>
            </a:r>
            <a:br>
              <a:rPr lang="en-US" sz="3496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Aptos Display, 20-24, Normal. </a:t>
            </a:r>
            <a:r>
              <a:rPr lang="fr-F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Dimension=[</a:t>
            </a:r>
            <a:r>
              <a:rPr lang="en-US" altLang="zh-TW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2.8</a:t>
            </a:r>
            <a:r>
              <a:rPr lang="fr-F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30], Position=[1, 0.5].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7C58-A27B-746B-686E-574DBAB5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68000"/>
            <a:ext cx="10800000" cy="46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Aptos (Body), 16-24, Normal </a:t>
            </a:r>
            <a:r>
              <a:rPr lang="pl-PL" sz="2400" dirty="0">
                <a:ea typeface="Calibri" panose="020F0502020204030204" pitchFamily="34" charset="0"/>
                <a:cs typeface="Calibri" panose="020F0502020204030204" pitchFamily="34" charset="0"/>
              </a:rPr>
              <a:t> (H=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pl-PL" sz="2400" dirty="0">
                <a:ea typeface="Calibri" panose="020F0502020204030204" pitchFamily="34" charset="0"/>
                <a:cs typeface="Calibri" panose="020F0502020204030204" pitchFamily="34" charset="0"/>
              </a:rPr>
              <a:t>, W=30, x=1, y=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3.8</a:t>
            </a:r>
            <a:r>
              <a:rPr lang="pl-PL" sz="2400" dirty="0"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Aptos (Body), 16-24, Normal  (H=13, W=30, x=1, y=3.8)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Dimension:13, 30. Position: 1, 3.8.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Add title to center footer.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C3D4BE3-32BA-7C34-A638-35E7A58C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3C46-A895-4FFD-8657-396C610D5B40}" type="datetime1">
              <a:rPr lang="en-US" smtClean="0"/>
              <a:t>2026-07-14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12D6E1F-B435-0625-8E02-27C7B94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 Notes | edchen93@mit.edu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A8EE558-8147-ECDF-30B9-D54FB9E3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6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45678-F5BC-2B82-60D5-83C1F9E5CE7E}"/>
              </a:ext>
            </a:extLst>
          </p:cNvPr>
          <p:cNvSpPr txBox="1"/>
          <p:nvPr/>
        </p:nvSpPr>
        <p:spPr>
          <a:xfrm>
            <a:off x="340255" y="-689162"/>
            <a:ext cx="494175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Title: Dimension=[</a:t>
            </a:r>
            <a:r>
              <a:rPr lang="en-US" altLang="zh-TW" sz="1607" dirty="0"/>
              <a:t>2.8</a:t>
            </a:r>
            <a:r>
              <a:rPr lang="en-US" sz="1607" dirty="0"/>
              <a:t>, 30], Position=[1, 0.5].</a:t>
            </a:r>
          </a:p>
          <a:p>
            <a:r>
              <a:rPr lang="en-US" sz="1607" dirty="0"/>
              <a:t>Content: Dimension=[13, 30], Position=[1, 3.8].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0E056F-644B-317B-ADE4-BE3A96CD1DB3}"/>
              </a:ext>
            </a:extLst>
          </p:cNvPr>
          <p:cNvGraphicFramePr>
            <a:graphicFrameLocks noGrp="1"/>
          </p:cNvGraphicFramePr>
          <p:nvPr/>
        </p:nvGraphicFramePr>
        <p:xfrm>
          <a:off x="9241735" y="4362800"/>
          <a:ext cx="5760155" cy="140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3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6C841A6-8C90-975F-3516-517C713654FA}"/>
              </a:ext>
            </a:extLst>
          </p:cNvPr>
          <p:cNvGrpSpPr/>
          <p:nvPr/>
        </p:nvGrpSpPr>
        <p:grpSpPr>
          <a:xfrm>
            <a:off x="-10716139" y="-7457365"/>
            <a:ext cx="32952767" cy="21394905"/>
            <a:chOff x="-10723921" y="-7962762"/>
            <a:chExt cx="32952767" cy="2139490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061ED4D-13AB-C320-BE32-D076BBEC63C8}"/>
                </a:ext>
              </a:extLst>
            </p:cNvPr>
            <p:cNvSpPr/>
            <p:nvPr/>
          </p:nvSpPr>
          <p:spPr>
            <a:xfrm>
              <a:off x="-10723921" y="-7962762"/>
              <a:ext cx="1020500" cy="1020500"/>
            </a:xfrm>
            <a:prstGeom prst="ellipse">
              <a:avLst/>
            </a:prstGeom>
            <a:solidFill>
              <a:srgbClr val="C0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2F229E-8B15-CBAC-68AF-206C907B8426}"/>
                </a:ext>
              </a:extLst>
            </p:cNvPr>
            <p:cNvSpPr/>
            <p:nvPr/>
          </p:nvSpPr>
          <p:spPr>
            <a:xfrm>
              <a:off x="21208346" y="-7962762"/>
              <a:ext cx="1020500" cy="1020500"/>
            </a:xfrm>
            <a:prstGeom prst="ellipse">
              <a:avLst/>
            </a:prstGeom>
            <a:solidFill>
              <a:srgbClr val="70A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47AB980-5F70-A06C-E865-855C50020114}"/>
                </a:ext>
              </a:extLst>
            </p:cNvPr>
            <p:cNvSpPr/>
            <p:nvPr/>
          </p:nvSpPr>
          <p:spPr>
            <a:xfrm>
              <a:off x="-10723921" y="12411643"/>
              <a:ext cx="1020500" cy="1020500"/>
            </a:xfrm>
            <a:prstGeom prst="ellipse">
              <a:avLst/>
            </a:prstGeom>
            <a:solidFill>
              <a:srgbClr val="3D6B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0B7DBC-9BA3-7637-E923-A2A3DCC5E874}"/>
                </a:ext>
              </a:extLst>
            </p:cNvPr>
            <p:cNvSpPr/>
            <p:nvPr/>
          </p:nvSpPr>
          <p:spPr>
            <a:xfrm>
              <a:off x="21208346" y="12411643"/>
              <a:ext cx="1020500" cy="1020500"/>
            </a:xfrm>
            <a:prstGeom prst="ellipse">
              <a:avLst/>
            </a:prstGeom>
            <a:solidFill>
              <a:srgbClr val="264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46879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EAA2-8E76-3192-F3D9-B691C2A6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0ACE-D70E-1211-24E5-082392C8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0000"/>
            <a:ext cx="10800000" cy="1008000"/>
          </a:xfrm>
          <a:solidFill>
            <a:srgbClr val="F8D57C">
              <a:alpha val="40000"/>
            </a:srgbClr>
          </a:solidFill>
          <a:ln w="38100">
            <a:noFill/>
          </a:ln>
        </p:spPr>
        <p:txBody>
          <a:bodyPr vert="horz" lIns="86402" tIns="43201" rIns="86402" bIns="43201" rtlCol="0" anchor="ctr">
            <a:normAutofit/>
          </a:bodyPr>
          <a:lstStyle/>
          <a:p>
            <a:r>
              <a:rPr lang="en-US" sz="3600" b="1" dirty="0">
                <a:ea typeface="Calibri Light" panose="020F0302020204030204" pitchFamily="34" charset="0"/>
                <a:cs typeface="Calibri Light" panose="020F0302020204030204" pitchFamily="34" charset="0"/>
              </a:rPr>
              <a:t>Typical workflow</a:t>
            </a:r>
            <a:br>
              <a:rPr lang="en-US" sz="3496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Aptos Display, 20-24, Normal. </a:t>
            </a:r>
            <a:r>
              <a:rPr lang="fr-F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Dimension=[</a:t>
            </a:r>
            <a:r>
              <a:rPr lang="en-US" altLang="zh-TW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2.8</a:t>
            </a:r>
            <a:r>
              <a:rPr lang="fr-F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30], Position=[1, 0.5].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3142-C6B2-431C-4386-D8B6469C9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68000"/>
            <a:ext cx="10800000" cy="46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>
                <a:ea typeface="Calibri" panose="020F0502020204030204" pitchFamily="34" charset="0"/>
                <a:cs typeface="Calibri" panose="020F0502020204030204" pitchFamily="34" charset="0"/>
              </a:rPr>
              <a:t>Camera roll 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765980C-FBB9-FF3B-2DE2-4A327116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3C46-A895-4FFD-8657-396C610D5B40}" type="datetime1">
              <a:rPr lang="en-US" smtClean="0"/>
              <a:t>2026-07-14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5D95737-A082-2858-45B0-DDEF4A6B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 Notes | edchen93@mit.edu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3077CA4-D60C-FD65-E214-28D04BAF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7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8A161-72E7-D958-9960-ED7DE11DE35C}"/>
              </a:ext>
            </a:extLst>
          </p:cNvPr>
          <p:cNvSpPr txBox="1"/>
          <p:nvPr/>
        </p:nvSpPr>
        <p:spPr>
          <a:xfrm>
            <a:off x="340255" y="-689162"/>
            <a:ext cx="494175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Title: Dimension=[</a:t>
            </a:r>
            <a:r>
              <a:rPr lang="en-US" altLang="zh-TW" sz="1607" dirty="0"/>
              <a:t>2.8</a:t>
            </a:r>
            <a:r>
              <a:rPr lang="en-US" sz="1607" dirty="0"/>
              <a:t>, 30], Position=[1, 0.5].</a:t>
            </a:r>
          </a:p>
          <a:p>
            <a:r>
              <a:rPr lang="en-US" sz="1607" dirty="0"/>
              <a:t>Content: Dimension=[13, 30], Position=[1, 3.8].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DC33E8-9E8B-90F6-EB1F-F1D8CF24D4D4}"/>
              </a:ext>
            </a:extLst>
          </p:cNvPr>
          <p:cNvGraphicFramePr>
            <a:graphicFrameLocks noGrp="1"/>
          </p:cNvGraphicFramePr>
          <p:nvPr/>
        </p:nvGraphicFramePr>
        <p:xfrm>
          <a:off x="9241735" y="4362800"/>
          <a:ext cx="5760155" cy="140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3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BD00A13-495C-7C53-7ED7-5D1DBD4EE7E2}"/>
              </a:ext>
            </a:extLst>
          </p:cNvPr>
          <p:cNvGrpSpPr/>
          <p:nvPr/>
        </p:nvGrpSpPr>
        <p:grpSpPr>
          <a:xfrm>
            <a:off x="-10716139" y="-7457365"/>
            <a:ext cx="32952767" cy="21394905"/>
            <a:chOff x="-10723921" y="-7962762"/>
            <a:chExt cx="32952767" cy="2139490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1BBBECC-62F1-83D4-ECCC-94E0951928FD}"/>
                </a:ext>
              </a:extLst>
            </p:cNvPr>
            <p:cNvSpPr/>
            <p:nvPr/>
          </p:nvSpPr>
          <p:spPr>
            <a:xfrm>
              <a:off x="-10723921" y="-7962762"/>
              <a:ext cx="1020500" cy="1020500"/>
            </a:xfrm>
            <a:prstGeom prst="ellipse">
              <a:avLst/>
            </a:prstGeom>
            <a:solidFill>
              <a:srgbClr val="C0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98EC85-155B-B352-8A9D-AC6A8AC8B77D}"/>
                </a:ext>
              </a:extLst>
            </p:cNvPr>
            <p:cNvSpPr/>
            <p:nvPr/>
          </p:nvSpPr>
          <p:spPr>
            <a:xfrm>
              <a:off x="21208346" y="-7962762"/>
              <a:ext cx="1020500" cy="1020500"/>
            </a:xfrm>
            <a:prstGeom prst="ellipse">
              <a:avLst/>
            </a:prstGeom>
            <a:solidFill>
              <a:srgbClr val="70A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533562-EA61-95FC-6044-49C6A3B2DBEF}"/>
                </a:ext>
              </a:extLst>
            </p:cNvPr>
            <p:cNvSpPr/>
            <p:nvPr/>
          </p:nvSpPr>
          <p:spPr>
            <a:xfrm>
              <a:off x="-10723921" y="12411643"/>
              <a:ext cx="1020500" cy="1020500"/>
            </a:xfrm>
            <a:prstGeom prst="ellipse">
              <a:avLst/>
            </a:prstGeom>
            <a:solidFill>
              <a:srgbClr val="3D6B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BB2FE89-C30C-5ED0-69BB-411369562B24}"/>
                </a:ext>
              </a:extLst>
            </p:cNvPr>
            <p:cNvSpPr/>
            <p:nvPr/>
          </p:nvSpPr>
          <p:spPr>
            <a:xfrm>
              <a:off x="21208346" y="12411643"/>
              <a:ext cx="1020500" cy="1020500"/>
            </a:xfrm>
            <a:prstGeom prst="ellipse">
              <a:avLst/>
            </a:prstGeom>
            <a:solidFill>
              <a:srgbClr val="264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50068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F54F-C4CF-3320-4612-06ADA177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ECD6-2D6C-55F0-F6CF-F3D03146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0000"/>
            <a:ext cx="10800000" cy="1008000"/>
          </a:xfrm>
          <a:solidFill>
            <a:srgbClr val="F8D57C">
              <a:alpha val="40000"/>
            </a:srgbClr>
          </a:solidFill>
          <a:ln w="38100">
            <a:noFill/>
          </a:ln>
        </p:spPr>
        <p:txBody>
          <a:bodyPr vert="horz" lIns="86402" tIns="43201" rIns="86402" bIns="43201" rtlCol="0" anchor="ctr">
            <a:normAutofit/>
          </a:bodyPr>
          <a:lstStyle/>
          <a:p>
            <a:r>
              <a:rPr lang="en-US" sz="3600" b="1" dirty="0">
                <a:ea typeface="Calibri Light" panose="020F0302020204030204" pitchFamily="34" charset="0"/>
                <a:cs typeface="Calibri Light" panose="020F0302020204030204" pitchFamily="34" charset="0"/>
              </a:rPr>
              <a:t>Aptos Display (Heading), 32-36, Bold</a:t>
            </a:r>
            <a:br>
              <a:rPr lang="en-US" sz="3496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Aptos Display, 20-24, Normal. </a:t>
            </a:r>
            <a:r>
              <a:rPr lang="fr-F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Dimension=[</a:t>
            </a:r>
            <a:r>
              <a:rPr lang="en-US" altLang="zh-TW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2.8</a:t>
            </a:r>
            <a:r>
              <a:rPr lang="fr-FR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30], Position=[1, 0.5].</a:t>
            </a: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61AD-F6BB-A7E6-672A-864DCA7C7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68000"/>
            <a:ext cx="10800000" cy="46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Aptos (Body), 16-24, Normal </a:t>
            </a:r>
            <a:r>
              <a:rPr lang="pl-PL" sz="2400" dirty="0">
                <a:ea typeface="Calibri" panose="020F0502020204030204" pitchFamily="34" charset="0"/>
                <a:cs typeface="Calibri" panose="020F0502020204030204" pitchFamily="34" charset="0"/>
              </a:rPr>
              <a:t> (H=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pl-PL" sz="2400" dirty="0">
                <a:ea typeface="Calibri" panose="020F0502020204030204" pitchFamily="34" charset="0"/>
                <a:cs typeface="Calibri" panose="020F0502020204030204" pitchFamily="34" charset="0"/>
              </a:rPr>
              <a:t>, W=30, x=1, y=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3.8</a:t>
            </a:r>
            <a:r>
              <a:rPr lang="pl-PL" sz="2400" dirty="0"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Aptos (Body), 16-24, Normal  (H=13, W=30, x=1, y=3.8)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Dimension:13, 30. Position: 1, 3.8.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Add title to center footer.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04DB687-8594-1BC9-B5B5-8119A2FA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3C46-A895-4FFD-8657-396C610D5B40}" type="datetime1">
              <a:rPr lang="en-US" smtClean="0"/>
              <a:t>2026-07-14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175773A-74F0-81FB-5C18-7013CBCE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 Notes | edchen93@mit.edu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DA0C11A-C91B-0461-74D0-7B950056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8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1A640-7883-BA87-35F8-A324F1A8C3B9}"/>
              </a:ext>
            </a:extLst>
          </p:cNvPr>
          <p:cNvSpPr txBox="1"/>
          <p:nvPr/>
        </p:nvSpPr>
        <p:spPr>
          <a:xfrm>
            <a:off x="340255" y="-689162"/>
            <a:ext cx="494175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Title: Dimension=[</a:t>
            </a:r>
            <a:r>
              <a:rPr lang="en-US" altLang="zh-TW" sz="1607" dirty="0"/>
              <a:t>2.8</a:t>
            </a:r>
            <a:r>
              <a:rPr lang="en-US" sz="1607" dirty="0"/>
              <a:t>, 30], Position=[1, 0.5].</a:t>
            </a:r>
          </a:p>
          <a:p>
            <a:r>
              <a:rPr lang="en-US" sz="1607" dirty="0"/>
              <a:t>Content: Dimension=[13, 30], Position=[1, 3.8].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84B4D9-822E-FAF3-51EF-469CFEB825DB}"/>
              </a:ext>
            </a:extLst>
          </p:cNvPr>
          <p:cNvGraphicFramePr>
            <a:graphicFrameLocks noGrp="1"/>
          </p:cNvGraphicFramePr>
          <p:nvPr/>
        </p:nvGraphicFramePr>
        <p:xfrm>
          <a:off x="9241735" y="4362800"/>
          <a:ext cx="5760155" cy="140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3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3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9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2" marR="86402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6375391-5773-073D-B2A0-D03F0C959106}"/>
              </a:ext>
            </a:extLst>
          </p:cNvPr>
          <p:cNvGrpSpPr/>
          <p:nvPr/>
        </p:nvGrpSpPr>
        <p:grpSpPr>
          <a:xfrm>
            <a:off x="-10716139" y="-7457365"/>
            <a:ext cx="32952767" cy="21394905"/>
            <a:chOff x="-10723921" y="-7962762"/>
            <a:chExt cx="32952767" cy="2139490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656EA1-9758-9B6A-FD42-CA5AE66D989B}"/>
                </a:ext>
              </a:extLst>
            </p:cNvPr>
            <p:cNvSpPr/>
            <p:nvPr/>
          </p:nvSpPr>
          <p:spPr>
            <a:xfrm>
              <a:off x="-10723921" y="-7962762"/>
              <a:ext cx="1020500" cy="1020500"/>
            </a:xfrm>
            <a:prstGeom prst="ellipse">
              <a:avLst/>
            </a:prstGeom>
            <a:solidFill>
              <a:srgbClr val="C0DF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B6831E0-5EBB-0180-E352-0C2CE916C9EC}"/>
                </a:ext>
              </a:extLst>
            </p:cNvPr>
            <p:cNvSpPr/>
            <p:nvPr/>
          </p:nvSpPr>
          <p:spPr>
            <a:xfrm>
              <a:off x="21208346" y="-7962762"/>
              <a:ext cx="1020500" cy="1020500"/>
            </a:xfrm>
            <a:prstGeom prst="ellipse">
              <a:avLst/>
            </a:prstGeom>
            <a:solidFill>
              <a:srgbClr val="70A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82E3C1-C886-3079-2EF2-831AC7823D39}"/>
                </a:ext>
              </a:extLst>
            </p:cNvPr>
            <p:cNvSpPr/>
            <p:nvPr/>
          </p:nvSpPr>
          <p:spPr>
            <a:xfrm>
              <a:off x="-10723921" y="12411643"/>
              <a:ext cx="1020500" cy="1020500"/>
            </a:xfrm>
            <a:prstGeom prst="ellipse">
              <a:avLst/>
            </a:prstGeom>
            <a:solidFill>
              <a:srgbClr val="3D6B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61A7E94-A948-B896-7308-1DF275DA756A}"/>
                </a:ext>
              </a:extLst>
            </p:cNvPr>
            <p:cNvSpPr/>
            <p:nvPr/>
          </p:nvSpPr>
          <p:spPr>
            <a:xfrm>
              <a:off x="21208346" y="12411643"/>
              <a:ext cx="1020500" cy="1020500"/>
            </a:xfrm>
            <a:prstGeom prst="ellipse">
              <a:avLst/>
            </a:prstGeom>
            <a:solidFill>
              <a:srgbClr val="264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4128090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CAEB-84D4-3579-E6AA-A2B4CEA3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618C-2FF5-B1A5-EB55-E83AC11F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20000"/>
            <a:ext cx="10080000" cy="270000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Section Slide </a:t>
            </a:r>
            <a:br>
              <a:rPr lang="en-US" dirty="0"/>
            </a:br>
            <a:r>
              <a:rPr lang="en-US" sz="4800" dirty="0"/>
              <a:t>(H=7.5 W=28, x=2, y=4.5)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205F6-D6F0-5551-A958-7EDDA89B9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320000"/>
            <a:ext cx="10080000" cy="1440000"/>
          </a:xfrm>
          <a:solidFill>
            <a:srgbClr val="EBECF0"/>
          </a:solidFill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Subtitle</a:t>
            </a:r>
            <a:br>
              <a:rPr lang="en-US" sz="2400" dirty="0"/>
            </a:br>
            <a:r>
              <a:rPr lang="pl-PL" sz="2400" dirty="0"/>
              <a:t>(H=</a:t>
            </a:r>
            <a:r>
              <a:rPr lang="en-US" sz="2400" dirty="0"/>
              <a:t>4</a:t>
            </a:r>
            <a:r>
              <a:rPr lang="pl-PL" sz="2400" dirty="0"/>
              <a:t> W=2</a:t>
            </a:r>
            <a:r>
              <a:rPr lang="en-US" sz="2400" dirty="0"/>
              <a:t>8</a:t>
            </a:r>
            <a:r>
              <a:rPr lang="pl-PL" sz="2400" dirty="0"/>
              <a:t>, x=2, y=</a:t>
            </a:r>
            <a:r>
              <a:rPr lang="en-US" sz="2400" dirty="0"/>
              <a:t>12</a:t>
            </a:r>
            <a:r>
              <a:rPr lang="pl-PL" sz="2400" dirty="0"/>
              <a:t>)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3586-DF2E-CD2E-FD99-09D33C50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D2312-D48B-4312-B9C4-7CCF65197185}" type="datetime1">
              <a:rPr lang="en-US" smtClean="0"/>
              <a:t>2026-07-14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3154-BFC7-42A8-2AC5-8CAD84A1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Slide Mindset | edchen93@mit.edu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84BE6-E0B5-503D-8FF3-55E671DCA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4521-CD75-4208-9D74-24EC344EDAC0}" type="slidenum">
              <a:rPr lang="en-US" smtClean="0"/>
              <a:t>9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7304E9-C30D-63D4-DE32-28B657BFF147}"/>
              </a:ext>
            </a:extLst>
          </p:cNvPr>
          <p:cNvSpPr txBox="1">
            <a:spLocks/>
          </p:cNvSpPr>
          <p:nvPr/>
        </p:nvSpPr>
        <p:spPr>
          <a:xfrm>
            <a:off x="720000" y="288000"/>
            <a:ext cx="10080000" cy="432000"/>
          </a:xfrm>
          <a:prstGeom prst="rect">
            <a:avLst/>
          </a:prstGeom>
          <a:gradFill flip="none" rotWithShape="1">
            <a:gsLst>
              <a:gs pos="0">
                <a:srgbClr val="FFBCBC">
                  <a:alpha val="0"/>
                </a:srgbClr>
              </a:gs>
              <a:gs pos="100000">
                <a:srgbClr val="FFBCBC"/>
              </a:gs>
            </a:gsLst>
            <a:lin ang="0" scaled="0"/>
            <a:tileRect/>
          </a:gra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End </a:t>
            </a:r>
            <a:r>
              <a:rPr lang="pl-PL" sz="2000" dirty="0">
                <a:solidFill>
                  <a:schemeClr val="bg1"/>
                </a:solidFill>
              </a:rPr>
              <a:t>(H=</a:t>
            </a:r>
            <a:r>
              <a:rPr lang="en-US" sz="2000" dirty="0">
                <a:solidFill>
                  <a:schemeClr val="bg1"/>
                </a:solidFill>
              </a:rPr>
              <a:t>1.2, </a:t>
            </a:r>
            <a:r>
              <a:rPr lang="pl-PL" sz="2000" dirty="0">
                <a:solidFill>
                  <a:schemeClr val="bg1"/>
                </a:solidFill>
              </a:rPr>
              <a:t>W=28, x=2, y=</a:t>
            </a:r>
            <a:r>
              <a:rPr lang="en-US" sz="2000" dirty="0">
                <a:solidFill>
                  <a:schemeClr val="bg1"/>
                </a:solidFill>
              </a:rPr>
              <a:t>0.8</a:t>
            </a:r>
            <a:r>
              <a:rPr lang="pl-PL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B83784-CFB5-1224-14D4-4B7728C7F82A}"/>
              </a:ext>
            </a:extLst>
          </p:cNvPr>
          <p:cNvGrpSpPr/>
          <p:nvPr/>
        </p:nvGrpSpPr>
        <p:grpSpPr>
          <a:xfrm>
            <a:off x="-11218608" y="-10750685"/>
            <a:ext cx="33957704" cy="27981543"/>
            <a:chOff x="-13396800" y="-11377500"/>
            <a:chExt cx="35937600" cy="29613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CC1842-D65F-CBF7-1170-67F371E8F523}"/>
                </a:ext>
              </a:extLst>
            </p:cNvPr>
            <p:cNvSpPr/>
            <p:nvPr/>
          </p:nvSpPr>
          <p:spPr>
            <a:xfrm>
              <a:off x="-13396800" y="-11377500"/>
              <a:ext cx="1800000" cy="1800000"/>
            </a:xfrm>
            <a:prstGeom prst="ellipse">
              <a:avLst/>
            </a:prstGeom>
            <a:solidFill>
              <a:srgbClr val="F5C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A3F412-C6C2-70BC-F722-C8D6664CDBA7}"/>
                </a:ext>
              </a:extLst>
            </p:cNvPr>
            <p:cNvSpPr/>
            <p:nvPr/>
          </p:nvSpPr>
          <p:spPr>
            <a:xfrm>
              <a:off x="20740800" y="-11377500"/>
              <a:ext cx="1800000" cy="1800000"/>
            </a:xfrm>
            <a:prstGeom prst="ellipse">
              <a:avLst/>
            </a:prstGeom>
            <a:solidFill>
              <a:srgbClr val="EBEC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3261A73-5671-4FB2-4BA9-792D7126CC38}"/>
                </a:ext>
              </a:extLst>
            </p:cNvPr>
            <p:cNvSpPr/>
            <p:nvPr/>
          </p:nvSpPr>
          <p:spPr>
            <a:xfrm>
              <a:off x="-13396800" y="16435500"/>
              <a:ext cx="1800000" cy="1800000"/>
            </a:xfrm>
            <a:prstGeom prst="ellipse">
              <a:avLst/>
            </a:prstGeom>
            <a:solidFill>
              <a:srgbClr val="BEB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0AC684-14B9-3DA1-AD3F-8494B88F27DC}"/>
                </a:ext>
              </a:extLst>
            </p:cNvPr>
            <p:cNvSpPr/>
            <p:nvPr/>
          </p:nvSpPr>
          <p:spPr>
            <a:xfrm>
              <a:off x="20740800" y="16435500"/>
              <a:ext cx="1800000" cy="1800000"/>
            </a:xfrm>
            <a:prstGeom prst="ellipse">
              <a:avLst/>
            </a:prstGeom>
            <a:solidFill>
              <a:srgbClr val="D2D2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133596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689</Words>
  <Application>Microsoft Office PowerPoint</Application>
  <PresentationFormat>Custom</PresentationFormat>
  <Paragraphs>69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Calibri Light</vt:lpstr>
      <vt:lpstr>Office Theme</vt:lpstr>
      <vt:lpstr>Cover Slide  (H=7.5 W=20, x=2, y=4.5)</vt:lpstr>
      <vt:lpstr>Section Title</vt:lpstr>
      <vt:lpstr>Section Title</vt:lpstr>
      <vt:lpstr>Section Slide  (H=7.5 W=28, x=2, y=4.5)</vt:lpstr>
      <vt:lpstr>Calibri Light, 32-36, Bold (H=2.8, W=30, x=1, y=0.5)  Calibri Light, 20-24 Normal </vt:lpstr>
      <vt:lpstr>Aptos Display (Heading), 32-36, Bold Aptos Display, 20-24, Normal. Dimension=[2.8, 30], Position=[1, 0.5].</vt:lpstr>
      <vt:lpstr>Typical workflow Aptos Display, 20-24, Normal. Dimension=[2.8, 30], Position=[1, 0.5].</vt:lpstr>
      <vt:lpstr>Aptos Display (Heading), 32-36, Bold Aptos Display, 20-24, Normal. Dimension=[2.8, 30], Position=[1, 0.5].</vt:lpstr>
      <vt:lpstr>Section Slide  (H=7.5 W=28, x=2, y=4.5)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Chen</dc:creator>
  <cp:lastModifiedBy>Ed Chen</cp:lastModifiedBy>
  <cp:revision>23</cp:revision>
  <dcterms:created xsi:type="dcterms:W3CDTF">2024-10-02T14:41:38Z</dcterms:created>
  <dcterms:modified xsi:type="dcterms:W3CDTF">2026-07-14T14:13:33Z</dcterms:modified>
</cp:coreProperties>
</file>